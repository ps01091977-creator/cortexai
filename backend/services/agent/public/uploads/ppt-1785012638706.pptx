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Human Reproductive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Understanding the Basics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Reproductive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human reproductive system is a complex process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It involves the production of sex cells and fertilization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Reproductive system is essential for the survival of species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It is controlled by hormones and nervous system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Both male and female reproductive systems work together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Male Reproductive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Consists of testes, epididymis, vas deferens, seminal vesicles, prostate gland and urethra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Testes produce sperm and testosterone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Epididymis stores and transports sperm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Vas deferens carries sperm to the urethra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Seminal vesicles produce seminal fluid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Female Reproductive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Consists of ovaries, fallopian tubes, uterus, cervix and vagina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Ovaries produce eggs and estrogen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Fallopian tubes transport the egg to the uterus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Uterus provides a nourishing environment for the developing fetus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Cervix connects the uterus to the vagina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Fertilization and Pregnancy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Fertilization occurs when sperm meets the egg in the fallopian tube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Pregnancy begins when the fertilized egg implants in the uterus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Hormonal changes prepare the uterus for implantation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Embryo develops into a fetus during pregnancy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Placenta provides nutrients and oxygen to the fetus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Hormonal Control of Reproductive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Hormones regulate the reproductive cycle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Testosterone and estrogen are primary sex hormones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Progesterone prepares the uterus for implantation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Follicle-stimulating hormone stimulates egg production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Luteinizing hormone triggers ovulation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Reproductive Health and Disorders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Reproductive health is essential for overall well-being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Sexually transmitted infections can affect reproductive health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Infertility and birth control are common reproductive concerns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Menstrual disorders and pregnancy complications can occur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Regular check-ups and screenings promote reproductive health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Reproductive System</dc:title>
  <dc:subject>Human Reproductive System</dc:subject>
  <dc:creator>CortexAI</dc:creator>
  <cp:lastModifiedBy>CortexAI</cp:lastModifiedBy>
  <cp:revision>1</cp:revision>
  <dcterms:created xsi:type="dcterms:W3CDTF">2026-07-25T20:50:38Z</dcterms:created>
  <dcterms:modified xsi:type="dcterms:W3CDTF">2026-07-25T20:50:38Z</dcterms:modified>
</cp:coreProperties>
</file>