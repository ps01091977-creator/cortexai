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554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Enhancing Presentations with Visuals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BEAFE"/>
                </a:solidFill>
              </a:rPr>
              <a:t>Adding Images and Flowcharts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0" y="6309360"/>
            <a:ext cx="1218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DBFE"/>
                </a:solidFill>
              </a:rPr>
              <a:t>Generated By CortexAI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Introduction to Visual Aids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618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Images help to convey complex ideas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476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Flowcharts illustrate processes and decisions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334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Visuals increase audience engagement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33192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2278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Enhance presentation with relevant graphics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0050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9136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Support key messages with images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1/6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309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CortexAI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Benefits of Using Images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618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Capture audience attention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476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Break up text-heavy content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334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Convey information quickly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33192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2278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Add emotional appeal to presentations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0050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9136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Illustrate data and statistics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2/6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309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CortexAI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Types of Images to Use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618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Photographs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476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Illustrations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334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Diagrams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33192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2278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Infographics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0050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9136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Charts and graphs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3/6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309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CortexAI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Creating Effective Flowcharts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618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Define the process or system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476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Identify key decisions and actions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334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Use clear and concise labels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33192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2278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Organize steps in a logical order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0050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9136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Use arrows to show flow and direction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4/6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309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CortexAI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Best Practices for Using Flowcharts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618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Keep it simple and easy to follow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476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Use consistent symbols and notation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334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Highlight key decisions and outcomes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33192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2278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Test and refine the flowchart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0050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9136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Use flowcharts to support key messages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5/6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309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CortexAI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Conclusion and Next Steps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618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Use images and flowcharts to enhance presentations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476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Select relevant and high-quality visuals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334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Practice using visual aids effectively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33192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2278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Get feedback from audience and peers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0050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9136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Continuously improve presentation skills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6/6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309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CortexAI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Thank You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0" y="6309360"/>
            <a:ext cx="1218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Generated By CortexAI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CortexAI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Enhancing Presentations with Visuals</dc:title>
  <dc:subject>Enhancing Presentations with Visuals</dc:subject>
  <dc:creator>CortexAI</dc:creator>
  <cp:lastModifiedBy>CortexAI</cp:lastModifiedBy>
  <cp:revision>1</cp:revision>
  <dcterms:created xsi:type="dcterms:W3CDTF">2026-07-25T20:51:14Z</dcterms:created>
  <dcterms:modified xsi:type="dcterms:W3CDTF">2026-07-25T20:51:14Z</dcterms:modified>
</cp:coreProperties>
</file>