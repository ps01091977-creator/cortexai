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554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Introduction to AI Agents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BEAFE"/>
                </a:solidFill>
              </a:rPr>
              <a:t>Transforming Industries with Intelligent Automation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0" y="6309360"/>
            <a:ext cx="1218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DBFE"/>
                </a:solidFill>
              </a:rPr>
              <a:t>Generated By CortexAI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What are AI Agents?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618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Software programs that use AI to perform tasks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476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Can interact with humans and other systems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334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Use machine learning to improve performance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3192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2278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Can operate autonomously or semi-autonomously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0050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9136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Enhance decision-making and productivity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1/6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309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CortexAI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Types of AI Agents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618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Simple Reflex Agents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476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Model-Based Reflex Agents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334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Goal-Based Agents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3192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2278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Utility-Based Agents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0050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9136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Learning Agents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2/6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309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CortexAI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Applications of AI Agents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618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Customer Service and Support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476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Virtual Assistants and Chatbots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334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Predictive Maintenance and Quality Control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3192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2278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Supply Chain Management and Logistics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0050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9136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Healthcare and Medical Diagnosis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3/6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309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CortexAI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Benefits of AI Agents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618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Improved Efficiency and Productivity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476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Enhanced Customer Experience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334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Increased Accuracy and Precision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3192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2278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Reduced Costs and Risks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0050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9136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Scalability and Flexibility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4/6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309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CortexAI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Challenges and Limitations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618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Data Quality and Availability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476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Explainability and Transparency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334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Security and Privacy Concerns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3192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2278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Ethics and Bias in Decision-Making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0050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9136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Integration with Existing Systems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5/6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309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CortexAI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Future of AI Agents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618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Advancements in Machine Learning and AI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476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Increased Adoption in Various Industries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334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Emergence of New Applications and Use Cases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3192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2278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Growing Importance of Human-AI Collaboration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0050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9136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Potential for Significant Economic Impact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6/6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309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CortexAI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Thank You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0" y="6309360"/>
            <a:ext cx="1218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Generated By CortexAI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CortexAI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AI Agents</dc:title>
  <dc:subject>Introduction to AI Agents</dc:subject>
  <dc:creator>CortexAI</dc:creator>
  <cp:lastModifiedBy>CortexAI</cp:lastModifiedBy>
  <cp:revision>1</cp:revision>
  <dcterms:created xsi:type="dcterms:W3CDTF">2026-07-25T20:46:30Z</dcterms:created>
  <dcterms:modified xsi:type="dcterms:W3CDTF">2026-07-25T20:46:30Z</dcterms:modified>
</cp:coreProperties>
</file>